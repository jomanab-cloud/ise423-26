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8F6FF"/>
            </a:gs>
            <a:gs pos="50000">
              <a:srgbClr val="FAF9FF"/>
            </a:gs>
            <a:gs pos="100000">
              <a:srgbClr val="F6F3FF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dk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ISE423">
      <a:dk1>
        <a:srgbClr val="2C2C2C"/>
      </a:dk1>
      <a:lt1>
        <a:srgbClr val="FFFFFF"/>
      </a:lt1>
      <a:dk2>
        <a:srgbClr val="5D4E75"/>
      </a:dk2>
      <a:lt2>
        <a:srgbClr val="F3F1FA"/>
      </a:lt2>
      <a:accent1>
        <a:srgbClr val="6B5B95"/>
      </a:accent1>
      <a:accent2>
        <a:srgbClr val="9B59B6"/>
      </a:accent2>
      <a:accent3>
        <a:srgbClr val="A56ABD"/>
      </a:accent3>
      <a:accent4>
        <a:srgbClr val="5D4E75"/>
      </a:accent4>
      <a:accent5>
        <a:srgbClr val="AA72C1"/>
      </a:accent5>
      <a:accent6>
        <a:srgbClr val="B483C8"/>
      </a:accent6>
      <a:hlink>
        <a:srgbClr val="9B59B6"/>
      </a:hlink>
      <a:folHlink>
        <a:srgbClr val="B483C8"/>
      </a:folHlink>
    </a:clrScheme>
    <a:fontScheme name="Office">
      <a:majorFont>
        <a:latin typeface="Roboto Slab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 Slab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ISE423">
      <a:dk1>
        <a:srgbClr val="2C2C2C"/>
      </a:dk1>
      <a:lt1>
        <a:srgbClr val="FFFFFF"/>
      </a:lt1>
      <a:dk2>
        <a:srgbClr val="5D4E75"/>
      </a:dk2>
      <a:lt2>
        <a:srgbClr val="F3F1FA"/>
      </a:lt2>
      <a:accent1>
        <a:srgbClr val="6B5B95"/>
      </a:accent1>
      <a:accent2>
        <a:srgbClr val="9B59B6"/>
      </a:accent2>
      <a:accent3>
        <a:srgbClr val="A56ABD"/>
      </a:accent3>
      <a:accent4>
        <a:srgbClr val="5D4E75"/>
      </a:accent4>
      <a:accent5>
        <a:srgbClr val="AA72C1"/>
      </a:accent5>
      <a:accent6>
        <a:srgbClr val="B483C8"/>
      </a:accent6>
      <a:hlink>
        <a:srgbClr val="9B59B6"/>
      </a:hlink>
      <a:folHlink>
        <a:srgbClr val="B483C8"/>
      </a:folHlink>
    </a:clrScheme>
    <a:fontScheme name="Office">
      <a:majorFont>
        <a:latin typeface="Roboto Slab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 Slab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5</cp:revision>
  <dcterms:created xsi:type="dcterms:W3CDTF">2017-06-05T14:10:58Z</dcterms:created>
  <dcterms:modified xsi:type="dcterms:W3CDTF">2022-01-02T22:49:03Z</dcterms:modified>
</cp:coreProperties>
</file>